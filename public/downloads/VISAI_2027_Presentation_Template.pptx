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5A36"/>
                </a:solidFill>
              </a:defRPr>
            </a:pPr>
            <a:r>
              <a:t>VISAI 2027 • PROJECT PRESENTATION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17th International SDG Hackathon &amp; Prototype Sprint • Vel Tech R&amp;D Institute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1A20"/>
                </a:solidFill>
              </a:defRPr>
            </a:pPr>
            <a:r>
              <a:t>Project Title: [Your Project Name Here]</a:t>
            </a:r>
          </a:p>
          <a:p>
            <a:pPr>
              <a:spcAft>
                <a:spcPts val="1400"/>
              </a:spcAft>
              <a:defRPr sz="1700">
                <a:solidFill>
                  <a:srgbClr val="181A20"/>
                </a:solidFill>
              </a:defRPr>
            </a:pPr>
            <a:r>
              <a:t>Team ID / Name: [e.g. VISAI-2027-TM-1042 / Team Innovators]</a:t>
            </a:r>
          </a:p>
          <a:p>
            <a:pPr>
              <a:spcAft>
                <a:spcPts val="1400"/>
              </a:spcAft>
              <a:defRPr sz="1700">
                <a:solidFill>
                  <a:srgbClr val="181A20"/>
                </a:solidFill>
              </a:defRPr>
            </a:pPr>
            <a:r>
              <a:t>Track Category: [UN SDG Theme / Industry Problem Statement Code]</a:t>
            </a:r>
          </a:p>
          <a:p>
            <a:pPr>
              <a:spcAft>
                <a:spcPts val="1400"/>
              </a:spcAft>
              <a:defRPr sz="1700">
                <a:solidFill>
                  <a:srgbClr val="181A20"/>
                </a:solidFill>
              </a:defRPr>
            </a:pPr>
            <a:r>
              <a:t>Institution: [College Name, Department, City]</a:t>
            </a:r>
          </a:p>
          <a:p>
            <a:pPr>
              <a:spcAft>
                <a:spcPts val="1400"/>
              </a:spcAft>
              <a:defRPr sz="1700">
                <a:solidFill>
                  <a:srgbClr val="181A20"/>
                </a:solidFill>
              </a:defRPr>
            </a:pPr>
            <a:r>
              <a:t>Team Members: [Member 1 (Lead), Member 2, Member 3, Member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A20"/>
                </a:solidFill>
              </a:defRPr>
            </a:pPr>
            <a:r>
              <a:t>1. Problem Statement &amp; Motivation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Context and Real-World Industry/Societal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Clear articulation of the problem or pain point being addressed.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Target beneficiaries / end-users affected by this challenge.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Limitations of existing traditional systems or solutions in the market.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Alignment with United Nations SDG Goals or Industry Challenge Statement.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A20"/>
                </a:solidFill>
              </a:defRPr>
            </a:pPr>
            <a:r>
              <a:t>2. Proposed Solution &amp; Key Novelty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Core Innovation and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Overview of the proposed engineering or software solution.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Key Innovation / Unique Selling Proposition (USP) distinguishing your approach.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How your solution overcomes existing drawbacks (cost, speed, accuracy, accessibility).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Expected qualitative and quantitative benefits.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A20"/>
                </a:solidFill>
              </a:defRPr>
            </a:pPr>
            <a:r>
              <a:t>3. System Architecture &amp; Block Diagram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High-Level Architecture and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[Insert System Architecture / Schematics / Block Diagram here]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Hardware Sensors, Actuators, Microcontrollers (ESP32, STM32, Arduino, Raspberry Pi).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Software Stack, Cloud Architecture, ML/AI Models, and API layers.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End-to-end data pipeline from physical sensing to user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A20"/>
                </a:solidFill>
              </a:defRPr>
            </a:pPr>
            <a:r>
              <a:t>4. Implementation Methodology (CDIO Framework)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Conceive • Design • Implement • Operate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Design Choices: Component selection rationale, algorithms, and protocols (MQTT, LoRa, HTTP).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Implementation Workflow: Circuit design, firmware programming, model training.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Safety, calibration, and industry standards compliance.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Testing protocols conducted under simulated and realistic scenarios.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A20"/>
                </a:solidFill>
              </a:defRPr>
            </a:pPr>
            <a:r>
              <a:t>5. Working Prototype &amp; Demonstration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Proof of Concept &amp; 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[Insert Prototype Photos / Hardware Setup / Application UI Screenshots]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Key performance metrics achieved (accuracy, latency, battery life, cost reduction).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Live demo outline for the jury: inputs tested and observable output responses.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Edge cases and reliability testing findings.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A20"/>
                </a:solidFill>
              </a:defRPr>
            </a:pPr>
            <a:r>
              <a:t>6. Feasibility, Costing &amp; Scalability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Commercial Viability &amp; SDG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Bill of Materials (BOM) &amp; estimated mass-production cost vs current market solutions.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Scalability: Potential for field deployment, cloud scaling, and manufacturing.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Direct impact on the chosen UN Sustainable Development Goal (SDG).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Environmental sustainability and lifecycle assessment.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A20"/>
                </a:solidFill>
              </a:defRPr>
            </a:pPr>
            <a:r>
              <a:t>7. Conclusion &amp; Commercialization Roadmap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Next Milestones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Summary of achievements and key technical milestones reached.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Short-term post-hackathon roadmap (Vel Tech TBI pre-incubation, IP / patent filing).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Long-term commercialization, pilot trials, and potential market partnerships.</a:t>
            </a:r>
          </a:p>
          <a:p>
            <a:pPr>
              <a:spcAft>
                <a:spcPts val="1400"/>
              </a:spcAft>
              <a:defRPr sz="1600">
                <a:solidFill>
                  <a:srgbClr val="181A20"/>
                </a:solidFill>
              </a:defRPr>
            </a:pPr>
            <a:r>
              <a:t>• Q&amp;A • Thank you to Vel Tech R&amp;D Institute &amp; VISAI 2027 Organizing Committee!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